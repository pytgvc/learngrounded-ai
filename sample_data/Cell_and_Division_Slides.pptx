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cell membrane controls what enters and leaves the cell.</a:t>
            </a:r>
          </a:p>
          <a:p>
            <a:pPr>
              <a:defRPr sz="2000"/>
            </a:pPr>
            <a:r>
              <a:t>The nucleus contains the genetic material DNA and is surrounded by a double membrane.</a:t>
            </a:r>
          </a:p>
          <a:p>
            <a:pPr>
              <a:defRPr sz="2000"/>
            </a:pPr>
            <a:r>
              <a:t>Ribosomes build proteins and can be free in the cytoplasm or attached to the endoplasmic reticulum.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Mitosis produces two genetically identical daughter cells from one parent cell.</a:t>
            </a:r>
          </a:p>
          <a:p>
            <a:pPr>
              <a:defRPr sz="2000"/>
            </a:pPr>
            <a:r>
              <a:t>Mitosis has four main phases: prophase, metaphase, anaphase, and telophase.</a:t>
            </a:r>
          </a:p>
          <a:p>
            <a:pPr>
              <a:defRPr sz="2000"/>
            </a:pPr>
            <a:r>
              <a:t>Chromosomes line up at the cell equator during metaphase.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06240"/>
            <a:ext cx="10058400" cy="37266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Meiosis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Meiosis produces four haploid gametes, each with half the chromosome number of the parent cell.</a:t>
            </a:r>
          </a:p>
          <a:p>
            <a:pPr>
              <a:defRPr sz="2000"/>
            </a:pPr>
            <a:r>
              <a:t>Crossing over during prophase I shuffles genetic material and increases genetic variation.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